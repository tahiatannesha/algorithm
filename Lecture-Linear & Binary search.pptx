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0" r:id="rId4"/>
    <p:sldId id="281" r:id="rId5"/>
    <p:sldId id="290" r:id="rId6"/>
    <p:sldId id="289" r:id="rId7"/>
    <p:sldId id="282" r:id="rId8"/>
    <p:sldId id="287" r:id="rId9"/>
    <p:sldId id="283" r:id="rId10"/>
    <p:sldId id="291" r:id="rId11"/>
    <p:sldId id="288" r:id="rId12"/>
    <p:sldId id="292" r:id="rId13"/>
    <p:sldId id="294" r:id="rId14"/>
    <p:sldId id="293" r:id="rId15"/>
    <p:sldId id="284" r:id="rId16"/>
    <p:sldId id="265" r:id="rId17"/>
    <p:sldId id="285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B987F4-11E6-4146-982E-EA19FF1E4CB1}" v="177" dt="2023-02-18T16:40:30.8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24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27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uk Abdullah" userId="e52374dd587ef96a" providerId="LiveId" clId="{4E4D9658-3FD8-4D12-B02D-6A4DF6FF3FF7}"/>
    <pc:docChg chg="undo custSel addSld delSld modSld sldOrd">
      <pc:chgData name="Faruk Abdullah" userId="e52374dd587ef96a" providerId="LiveId" clId="{4E4D9658-3FD8-4D12-B02D-6A4DF6FF3FF7}" dt="2023-02-14T04:40:41.738" v="269" actId="20577"/>
      <pc:docMkLst>
        <pc:docMk/>
      </pc:docMkLst>
      <pc:sldChg chg="modSp mod">
        <pc:chgData name="Faruk Abdullah" userId="e52374dd587ef96a" providerId="LiveId" clId="{4E4D9658-3FD8-4D12-B02D-6A4DF6FF3FF7}" dt="2023-02-14T03:59:33.126" v="131" actId="20577"/>
        <pc:sldMkLst>
          <pc:docMk/>
          <pc:sldMk cId="700707328" sldId="256"/>
        </pc:sldMkLst>
        <pc:spChg chg="mod">
          <ac:chgData name="Faruk Abdullah" userId="e52374dd587ef96a" providerId="LiveId" clId="{4E4D9658-3FD8-4D12-B02D-6A4DF6FF3FF7}" dt="2023-02-14T03:58:45.998" v="64" actId="20577"/>
          <ac:spMkLst>
            <pc:docMk/>
            <pc:sldMk cId="700707328" sldId="256"/>
            <ac:spMk id="2" creationId="{00000000-0000-0000-0000-000000000000}"/>
          </ac:spMkLst>
        </pc:spChg>
        <pc:spChg chg="mod">
          <ac:chgData name="Faruk Abdullah" userId="e52374dd587ef96a" providerId="LiveId" clId="{4E4D9658-3FD8-4D12-B02D-6A4DF6FF3FF7}" dt="2023-02-14T03:59:16.512" v="103" actId="20577"/>
          <ac:spMkLst>
            <pc:docMk/>
            <pc:sldMk cId="700707328" sldId="256"/>
            <ac:spMk id="3" creationId="{00000000-0000-0000-0000-000000000000}"/>
          </ac:spMkLst>
        </pc:spChg>
        <pc:spChg chg="mod">
          <ac:chgData name="Faruk Abdullah" userId="e52374dd587ef96a" providerId="LiveId" clId="{4E4D9658-3FD8-4D12-B02D-6A4DF6FF3FF7}" dt="2023-02-14T03:58:58.350" v="97" actId="20577"/>
          <ac:spMkLst>
            <pc:docMk/>
            <pc:sldMk cId="700707328" sldId="256"/>
            <ac:spMk id="8" creationId="{FF0F860A-68ED-3A45-9B2E-50E8CE1BC6B7}"/>
          </ac:spMkLst>
        </pc:spChg>
        <pc:graphicFrameChg chg="modGraphic">
          <ac:chgData name="Faruk Abdullah" userId="e52374dd587ef96a" providerId="LiveId" clId="{4E4D9658-3FD8-4D12-B02D-6A4DF6FF3FF7}" dt="2023-02-14T03:59:33.126" v="13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Faruk Abdullah" userId="e52374dd587ef96a" providerId="LiveId" clId="{4E4D9658-3FD8-4D12-B02D-6A4DF6FF3FF7}" dt="2023-02-14T03:58:00.170" v="17" actId="20577"/>
        <pc:sldMkLst>
          <pc:docMk/>
          <pc:sldMk cId="424874041" sldId="257"/>
        </pc:sldMkLst>
        <pc:spChg chg="mod">
          <ac:chgData name="Faruk Abdullah" userId="e52374dd587ef96a" providerId="LiveId" clId="{4E4D9658-3FD8-4D12-B02D-6A4DF6FF3FF7}" dt="2023-02-14T03:58:00.170" v="1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Faruk Abdullah" userId="e52374dd587ef96a" providerId="LiveId" clId="{4E4D9658-3FD8-4D12-B02D-6A4DF6FF3FF7}" dt="2023-02-14T03:58:04.464" v="18" actId="47"/>
        <pc:sldMkLst>
          <pc:docMk/>
          <pc:sldMk cId="3535171704" sldId="268"/>
        </pc:sldMkLst>
      </pc:sldChg>
      <pc:sldChg chg="del">
        <pc:chgData name="Faruk Abdullah" userId="e52374dd587ef96a" providerId="LiveId" clId="{4E4D9658-3FD8-4D12-B02D-6A4DF6FF3FF7}" dt="2023-02-14T03:58:06.274" v="20" actId="47"/>
        <pc:sldMkLst>
          <pc:docMk/>
          <pc:sldMk cId="2015084550" sldId="277"/>
        </pc:sldMkLst>
      </pc:sldChg>
      <pc:sldChg chg="del">
        <pc:chgData name="Faruk Abdullah" userId="e52374dd587ef96a" providerId="LiveId" clId="{4E4D9658-3FD8-4D12-B02D-6A4DF6FF3FF7}" dt="2023-02-14T03:58:05.163" v="19" actId="47"/>
        <pc:sldMkLst>
          <pc:docMk/>
          <pc:sldMk cId="2013348419" sldId="278"/>
        </pc:sldMkLst>
      </pc:sldChg>
      <pc:sldChg chg="del">
        <pc:chgData name="Faruk Abdullah" userId="e52374dd587ef96a" providerId="LiveId" clId="{4E4D9658-3FD8-4D12-B02D-6A4DF6FF3FF7}" dt="2023-02-14T03:58:07.346" v="21" actId="47"/>
        <pc:sldMkLst>
          <pc:docMk/>
          <pc:sldMk cId="1615558158" sldId="279"/>
        </pc:sldMkLst>
      </pc:sldChg>
      <pc:sldChg chg="modSp mod">
        <pc:chgData name="Faruk Abdullah" userId="e52374dd587ef96a" providerId="LiveId" clId="{4E4D9658-3FD8-4D12-B02D-6A4DF6FF3FF7}" dt="2023-02-14T04:02:04.500" v="159" actId="1076"/>
        <pc:sldMkLst>
          <pc:docMk/>
          <pc:sldMk cId="3665434093" sldId="282"/>
        </pc:sldMkLst>
        <pc:spChg chg="mod">
          <ac:chgData name="Faruk Abdullah" userId="e52374dd587ef96a" providerId="LiveId" clId="{4E4D9658-3FD8-4D12-B02D-6A4DF6FF3FF7}" dt="2023-02-14T04:01:57.179" v="158" actId="20577"/>
          <ac:spMkLst>
            <pc:docMk/>
            <pc:sldMk cId="3665434093" sldId="282"/>
            <ac:spMk id="5" creationId="{3322CB79-31E6-2043-9768-6699756B1FD4}"/>
          </ac:spMkLst>
        </pc:spChg>
        <pc:spChg chg="mod">
          <ac:chgData name="Faruk Abdullah" userId="e52374dd587ef96a" providerId="LiveId" clId="{4E4D9658-3FD8-4D12-B02D-6A4DF6FF3FF7}" dt="2023-02-14T04:02:04.500" v="159" actId="1076"/>
          <ac:spMkLst>
            <pc:docMk/>
            <pc:sldMk cId="3665434093" sldId="282"/>
            <ac:spMk id="6" creationId="{37C26D19-85DA-834B-9600-C9820C508897}"/>
          </ac:spMkLst>
        </pc:spChg>
      </pc:sldChg>
      <pc:sldChg chg="modSp add del mod">
        <pc:chgData name="Faruk Abdullah" userId="e52374dd587ef96a" providerId="LiveId" clId="{4E4D9658-3FD8-4D12-B02D-6A4DF6FF3FF7}" dt="2023-02-14T04:40:00.435" v="244" actId="47"/>
        <pc:sldMkLst>
          <pc:docMk/>
          <pc:sldMk cId="1471263032" sldId="286"/>
        </pc:sldMkLst>
        <pc:spChg chg="mod">
          <ac:chgData name="Faruk Abdullah" userId="e52374dd587ef96a" providerId="LiveId" clId="{4E4D9658-3FD8-4D12-B02D-6A4DF6FF3FF7}" dt="2023-02-14T04:02:17.677" v="179" actId="20577"/>
          <ac:spMkLst>
            <pc:docMk/>
            <pc:sldMk cId="1471263032" sldId="286"/>
            <ac:spMk id="5" creationId="{3322CB79-31E6-2043-9768-6699756B1FD4}"/>
          </ac:spMkLst>
        </pc:spChg>
        <pc:spChg chg="mod">
          <ac:chgData name="Faruk Abdullah" userId="e52374dd587ef96a" providerId="LiveId" clId="{4E4D9658-3FD8-4D12-B02D-6A4DF6FF3FF7}" dt="2023-02-14T04:29:23.470" v="212" actId="20577"/>
          <ac:spMkLst>
            <pc:docMk/>
            <pc:sldMk cId="1471263032" sldId="286"/>
            <ac:spMk id="6" creationId="{37C26D19-85DA-834B-9600-C9820C508897}"/>
          </ac:spMkLst>
        </pc:spChg>
      </pc:sldChg>
      <pc:sldChg chg="new del">
        <pc:chgData name="Faruk Abdullah" userId="e52374dd587ef96a" providerId="LiveId" clId="{4E4D9658-3FD8-4D12-B02D-6A4DF6FF3FF7}" dt="2023-02-14T04:29:04.144" v="207" actId="680"/>
        <pc:sldMkLst>
          <pc:docMk/>
          <pc:sldMk cId="2717806400" sldId="287"/>
        </pc:sldMkLst>
      </pc:sldChg>
      <pc:sldChg chg="addSp modSp new mod">
        <pc:chgData name="Faruk Abdullah" userId="e52374dd587ef96a" providerId="LiveId" clId="{4E4D9658-3FD8-4D12-B02D-6A4DF6FF3FF7}" dt="2023-02-14T04:31:53.283" v="243" actId="1076"/>
        <pc:sldMkLst>
          <pc:docMk/>
          <pc:sldMk cId="3956587826" sldId="287"/>
        </pc:sldMkLst>
        <pc:spChg chg="add mod">
          <ac:chgData name="Faruk Abdullah" userId="e52374dd587ef96a" providerId="LiveId" clId="{4E4D9658-3FD8-4D12-B02D-6A4DF6FF3FF7}" dt="2023-02-14T04:30:20.744" v="220" actId="1076"/>
          <ac:spMkLst>
            <pc:docMk/>
            <pc:sldMk cId="3956587826" sldId="287"/>
            <ac:spMk id="2" creationId="{161F10C6-2EB1-E7AF-8AB2-ABCBEFAB5F0F}"/>
          </ac:spMkLst>
        </pc:spChg>
        <pc:spChg chg="add mod">
          <ac:chgData name="Faruk Abdullah" userId="e52374dd587ef96a" providerId="LiveId" clId="{4E4D9658-3FD8-4D12-B02D-6A4DF6FF3FF7}" dt="2023-02-14T04:30:30.611" v="221"/>
          <ac:spMkLst>
            <pc:docMk/>
            <pc:sldMk cId="3956587826" sldId="287"/>
            <ac:spMk id="3" creationId="{EB882D88-8414-5B67-69F9-6C1A41462D48}"/>
          </ac:spMkLst>
        </pc:spChg>
        <pc:spChg chg="add mod">
          <ac:chgData name="Faruk Abdullah" userId="e52374dd587ef96a" providerId="LiveId" clId="{4E4D9658-3FD8-4D12-B02D-6A4DF6FF3FF7}" dt="2023-02-14T04:31:53.283" v="243" actId="1076"/>
          <ac:spMkLst>
            <pc:docMk/>
            <pc:sldMk cId="3956587826" sldId="287"/>
            <ac:spMk id="4" creationId="{12D33B9C-68B3-F499-5F23-E63003D2C384}"/>
          </ac:spMkLst>
        </pc:spChg>
      </pc:sldChg>
      <pc:sldChg chg="new del">
        <pc:chgData name="Faruk Abdullah" userId="e52374dd587ef96a" providerId="LiveId" clId="{4E4D9658-3FD8-4D12-B02D-6A4DF6FF3FF7}" dt="2023-02-14T04:40:17.041" v="246" actId="680"/>
        <pc:sldMkLst>
          <pc:docMk/>
          <pc:sldMk cId="22347092" sldId="288"/>
        </pc:sldMkLst>
      </pc:sldChg>
      <pc:sldChg chg="addSp modSp new mod ord">
        <pc:chgData name="Faruk Abdullah" userId="e52374dd587ef96a" providerId="LiveId" clId="{4E4D9658-3FD8-4D12-B02D-6A4DF6FF3FF7}" dt="2023-02-14T04:40:41.738" v="269" actId="20577"/>
        <pc:sldMkLst>
          <pc:docMk/>
          <pc:sldMk cId="1830886829" sldId="288"/>
        </pc:sldMkLst>
        <pc:spChg chg="add mod">
          <ac:chgData name="Faruk Abdullah" userId="e52374dd587ef96a" providerId="LiveId" clId="{4E4D9658-3FD8-4D12-B02D-6A4DF6FF3FF7}" dt="2023-02-14T04:40:41.738" v="269" actId="20577"/>
          <ac:spMkLst>
            <pc:docMk/>
            <pc:sldMk cId="1830886829" sldId="288"/>
            <ac:spMk id="2" creationId="{73422A9A-E5EA-301B-5607-0C69C663A42F}"/>
          </ac:spMkLst>
        </pc:sp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Faruk Abdullah" userId="e52374dd587ef96a" providerId="LiveId" clId="{47B987F4-11E6-4146-982E-EA19FF1E4CB1}"/>
    <pc:docChg chg="undo custSel addSld delSld modSld sldOrd">
      <pc:chgData name="Faruk Abdullah" userId="e52374dd587ef96a" providerId="LiveId" clId="{47B987F4-11E6-4146-982E-EA19FF1E4CB1}" dt="2023-02-18T17:38:43.640" v="1018" actId="20577"/>
      <pc:docMkLst>
        <pc:docMk/>
      </pc:docMkLst>
      <pc:sldChg chg="modSp mod">
        <pc:chgData name="Faruk Abdullah" userId="e52374dd587ef96a" providerId="LiveId" clId="{47B987F4-11E6-4146-982E-EA19FF1E4CB1}" dt="2023-02-18T17:38:14.126" v="1008" actId="5793"/>
        <pc:sldMkLst>
          <pc:docMk/>
          <pc:sldMk cId="936297045" sldId="284"/>
        </pc:sldMkLst>
        <pc:spChg chg="mod">
          <ac:chgData name="Faruk Abdullah" userId="e52374dd587ef96a" providerId="LiveId" clId="{47B987F4-11E6-4146-982E-EA19FF1E4CB1}" dt="2023-02-18T17:38:14.126" v="1008" actId="5793"/>
          <ac:spMkLst>
            <pc:docMk/>
            <pc:sldMk cId="936297045" sldId="284"/>
            <ac:spMk id="6" creationId="{37C26D19-85DA-834B-9600-C9820C508897}"/>
          </ac:spMkLst>
        </pc:spChg>
      </pc:sldChg>
      <pc:sldChg chg="addSp delSp modSp mod">
        <pc:chgData name="Faruk Abdullah" userId="e52374dd587ef96a" providerId="LiveId" clId="{47B987F4-11E6-4146-982E-EA19FF1E4CB1}" dt="2023-02-18T17:38:43.640" v="1018" actId="20577"/>
        <pc:sldMkLst>
          <pc:docMk/>
          <pc:sldMk cId="1830886829" sldId="288"/>
        </pc:sldMkLst>
        <pc:spChg chg="mod">
          <ac:chgData name="Faruk Abdullah" userId="e52374dd587ef96a" providerId="LiveId" clId="{47B987F4-11E6-4146-982E-EA19FF1E4CB1}" dt="2023-02-18T17:38:43.640" v="1018" actId="20577"/>
          <ac:spMkLst>
            <pc:docMk/>
            <pc:sldMk cId="1830886829" sldId="288"/>
            <ac:spMk id="2" creationId="{73422A9A-E5EA-301B-5607-0C69C663A42F}"/>
          </ac:spMkLst>
        </pc:spChg>
        <pc:spChg chg="add del mod">
          <ac:chgData name="Faruk Abdullah" userId="e52374dd587ef96a" providerId="LiveId" clId="{47B987F4-11E6-4146-982E-EA19FF1E4CB1}" dt="2023-02-18T16:40:49.201" v="764"/>
          <ac:spMkLst>
            <pc:docMk/>
            <pc:sldMk cId="1830886829" sldId="288"/>
            <ac:spMk id="3" creationId="{EBA8D2AE-89A0-A679-DD71-6B2EC95D36C0}"/>
          </ac:spMkLst>
        </pc:spChg>
      </pc:sldChg>
      <pc:sldChg chg="addSp modSp new mod ord">
        <pc:chgData name="Faruk Abdullah" userId="e52374dd587ef96a" providerId="LiveId" clId="{47B987F4-11E6-4146-982E-EA19FF1E4CB1}" dt="2023-02-18T16:44:36.579" v="973" actId="1076"/>
        <pc:sldMkLst>
          <pc:docMk/>
          <pc:sldMk cId="1062557886" sldId="289"/>
        </pc:sldMkLst>
        <pc:spChg chg="add mod">
          <ac:chgData name="Faruk Abdullah" userId="e52374dd587ef96a" providerId="LiveId" clId="{47B987F4-11E6-4146-982E-EA19FF1E4CB1}" dt="2023-02-18T04:01:39.890" v="15" actId="20577"/>
          <ac:spMkLst>
            <pc:docMk/>
            <pc:sldMk cId="1062557886" sldId="289"/>
            <ac:spMk id="2" creationId="{53BF4091-2A85-7FDE-2423-49329BA9D66B}"/>
          </ac:spMkLst>
        </pc:spChg>
        <pc:spChg chg="add mod">
          <ac:chgData name="Faruk Abdullah" userId="e52374dd587ef96a" providerId="LiveId" clId="{47B987F4-11E6-4146-982E-EA19FF1E4CB1}" dt="2023-02-18T16:44:36.579" v="973" actId="1076"/>
          <ac:spMkLst>
            <pc:docMk/>
            <pc:sldMk cId="1062557886" sldId="289"/>
            <ac:spMk id="5" creationId="{EDA8EE2B-D56E-F7E4-D9F1-3658D012F8A4}"/>
          </ac:spMkLst>
        </pc:spChg>
        <pc:graphicFrameChg chg="add mod modGraphic">
          <ac:chgData name="Faruk Abdullah" userId="e52374dd587ef96a" providerId="LiveId" clId="{47B987F4-11E6-4146-982E-EA19FF1E4CB1}" dt="2023-02-18T16:11:14.123" v="247" actId="13926"/>
          <ac:graphicFrameMkLst>
            <pc:docMk/>
            <pc:sldMk cId="1062557886" sldId="289"/>
            <ac:graphicFrameMk id="3" creationId="{294DFBE8-0B84-A749-C702-42DEDD1CAECF}"/>
          </ac:graphicFrameMkLst>
        </pc:graphicFrameChg>
      </pc:sldChg>
      <pc:sldChg chg="addSp modSp new mod">
        <pc:chgData name="Faruk Abdullah" userId="e52374dd587ef96a" providerId="LiveId" clId="{47B987F4-11E6-4146-982E-EA19FF1E4CB1}" dt="2023-02-18T16:03:12.293" v="60" actId="207"/>
        <pc:sldMkLst>
          <pc:docMk/>
          <pc:sldMk cId="693232510" sldId="290"/>
        </pc:sldMkLst>
        <pc:spChg chg="add mod">
          <ac:chgData name="Faruk Abdullah" userId="e52374dd587ef96a" providerId="LiveId" clId="{47B987F4-11E6-4146-982E-EA19FF1E4CB1}" dt="2023-02-18T15:57:59.160" v="40" actId="20577"/>
          <ac:spMkLst>
            <pc:docMk/>
            <pc:sldMk cId="693232510" sldId="290"/>
            <ac:spMk id="2" creationId="{3608F7F7-A151-5732-66B5-160B2E27768D}"/>
          </ac:spMkLst>
        </pc:spChg>
        <pc:spChg chg="add mod">
          <ac:chgData name="Faruk Abdullah" userId="e52374dd587ef96a" providerId="LiveId" clId="{47B987F4-11E6-4146-982E-EA19FF1E4CB1}" dt="2023-02-18T16:03:12.293" v="60" actId="207"/>
          <ac:spMkLst>
            <pc:docMk/>
            <pc:sldMk cId="693232510" sldId="290"/>
            <ac:spMk id="4" creationId="{C822A618-FE85-6B8C-CD0E-3FC48D06A04D}"/>
          </ac:spMkLst>
        </pc:spChg>
      </pc:sldChg>
      <pc:sldChg chg="addSp delSp modSp new mod ord">
        <pc:chgData name="Faruk Abdullah" userId="e52374dd587ef96a" providerId="LiveId" clId="{47B987F4-11E6-4146-982E-EA19FF1E4CB1}" dt="2023-02-18T16:59:41.860" v="984" actId="20577"/>
        <pc:sldMkLst>
          <pc:docMk/>
          <pc:sldMk cId="2383958337" sldId="291"/>
        </pc:sldMkLst>
        <pc:spChg chg="add mod">
          <ac:chgData name="Faruk Abdullah" userId="e52374dd587ef96a" providerId="LiveId" clId="{47B987F4-11E6-4146-982E-EA19FF1E4CB1}" dt="2023-02-18T16:20:59.716" v="460" actId="21"/>
          <ac:spMkLst>
            <pc:docMk/>
            <pc:sldMk cId="2383958337" sldId="291"/>
            <ac:spMk id="3" creationId="{5DB940C9-0F46-9278-5AE0-BA5040E436EF}"/>
          </ac:spMkLst>
        </pc:spChg>
        <pc:spChg chg="add mod">
          <ac:chgData name="Faruk Abdullah" userId="e52374dd587ef96a" providerId="LiveId" clId="{47B987F4-11E6-4146-982E-EA19FF1E4CB1}" dt="2023-02-18T16:12:15.572" v="271" actId="20577"/>
          <ac:spMkLst>
            <pc:docMk/>
            <pc:sldMk cId="2383958337" sldId="291"/>
            <ac:spMk id="4" creationId="{7B3B01C4-713D-657E-F290-39E5D2920471}"/>
          </ac:spMkLst>
        </pc:spChg>
        <pc:spChg chg="add del">
          <ac:chgData name="Faruk Abdullah" userId="e52374dd587ef96a" providerId="LiveId" clId="{47B987F4-11E6-4146-982E-EA19FF1E4CB1}" dt="2023-02-18T16:17:09.150" v="325"/>
          <ac:spMkLst>
            <pc:docMk/>
            <pc:sldMk cId="2383958337" sldId="291"/>
            <ac:spMk id="6" creationId="{DC706E24-F2AC-6F3A-BF96-0050D821D4BC}"/>
          </ac:spMkLst>
        </pc:spChg>
        <pc:spChg chg="add del">
          <ac:chgData name="Faruk Abdullah" userId="e52374dd587ef96a" providerId="LiveId" clId="{47B987F4-11E6-4146-982E-EA19FF1E4CB1}" dt="2023-02-18T16:17:17.887" v="330"/>
          <ac:spMkLst>
            <pc:docMk/>
            <pc:sldMk cId="2383958337" sldId="291"/>
            <ac:spMk id="7" creationId="{D3DF3C15-B985-4B39-4F63-1C83B2C11FF7}"/>
          </ac:spMkLst>
        </pc:spChg>
        <pc:spChg chg="add mod">
          <ac:chgData name="Faruk Abdullah" userId="e52374dd587ef96a" providerId="LiveId" clId="{47B987F4-11E6-4146-982E-EA19FF1E4CB1}" dt="2023-02-18T16:59:41.860" v="984" actId="20577"/>
          <ac:spMkLst>
            <pc:docMk/>
            <pc:sldMk cId="2383958337" sldId="291"/>
            <ac:spMk id="8" creationId="{1222E0CC-CE13-C533-3A5C-84E70BBCB346}"/>
          </ac:spMkLst>
        </pc:spChg>
        <pc:graphicFrameChg chg="add mod modGraphic">
          <ac:chgData name="Faruk Abdullah" userId="e52374dd587ef96a" providerId="LiveId" clId="{47B987F4-11E6-4146-982E-EA19FF1E4CB1}" dt="2023-02-18T16:59:36.461" v="983" actId="20577"/>
          <ac:graphicFrameMkLst>
            <pc:docMk/>
            <pc:sldMk cId="2383958337" sldId="291"/>
            <ac:graphicFrameMk id="5" creationId="{2229EA7E-F0C7-EC71-F7AC-F2DEB633AC6C}"/>
          </ac:graphicFrameMkLst>
        </pc:graphicFrameChg>
      </pc:sldChg>
      <pc:sldChg chg="addSp modSp new del mod">
        <pc:chgData name="Faruk Abdullah" userId="e52374dd587ef96a" providerId="LiveId" clId="{47B987F4-11E6-4146-982E-EA19FF1E4CB1}" dt="2023-02-18T16:40:22.975" v="728" actId="47"/>
        <pc:sldMkLst>
          <pc:docMk/>
          <pc:sldMk cId="2717528322" sldId="292"/>
        </pc:sldMkLst>
        <pc:spChg chg="add mod">
          <ac:chgData name="Faruk Abdullah" userId="e52374dd587ef96a" providerId="LiveId" clId="{47B987F4-11E6-4146-982E-EA19FF1E4CB1}" dt="2023-02-18T16:30:50.290" v="655"/>
          <ac:spMkLst>
            <pc:docMk/>
            <pc:sldMk cId="2717528322" sldId="292"/>
            <ac:spMk id="2" creationId="{E37676CD-1E51-9BEE-6409-611C3CB57362}"/>
          </ac:spMkLst>
        </pc:spChg>
        <pc:spChg chg="add mod">
          <ac:chgData name="Faruk Abdullah" userId="e52374dd587ef96a" providerId="LiveId" clId="{47B987F4-11E6-4146-982E-EA19FF1E4CB1}" dt="2023-02-18T16:32:50.438" v="697" actId="14100"/>
          <ac:spMkLst>
            <pc:docMk/>
            <pc:sldMk cId="2717528322" sldId="292"/>
            <ac:spMk id="4" creationId="{4769B060-0835-FA67-A681-18C2799CFC44}"/>
          </ac:spMkLst>
        </pc:spChg>
        <pc:spChg chg="add mod">
          <ac:chgData name="Faruk Abdullah" userId="e52374dd587ef96a" providerId="LiveId" clId="{47B987F4-11E6-4146-982E-EA19FF1E4CB1}" dt="2023-02-18T16:33:14.401" v="725" actId="20577"/>
          <ac:spMkLst>
            <pc:docMk/>
            <pc:sldMk cId="2717528322" sldId="292"/>
            <ac:spMk id="5" creationId="{1C956B4E-4460-DD71-DAAC-BCA0B7C64710}"/>
          </ac:spMkLst>
        </pc:spChg>
      </pc:sldChg>
      <pc:sldChg chg="new del ord">
        <pc:chgData name="Faruk Abdullah" userId="e52374dd587ef96a" providerId="LiveId" clId="{47B987F4-11E6-4146-982E-EA19FF1E4CB1}" dt="2023-02-18T16:44:48.693" v="974" actId="47"/>
        <pc:sldMkLst>
          <pc:docMk/>
          <pc:sldMk cId="1008738473" sldId="29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orting_algorithm" TargetMode="External"/><Relationship Id="rId2" Type="http://schemas.openxmlformats.org/officeDocument/2006/relationships/hyperlink" Target="https://en.wikipedia.org/wiki/Insertion_sort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en.wikipedia.org/wiki/Binary_search_algorithm" TargetMode="External"/><Relationship Id="rId5" Type="http://schemas.openxmlformats.org/officeDocument/2006/relationships/hyperlink" Target="https://en.wikipedia.org/wiki/Linear_search" TargetMode="External"/><Relationship Id="rId4" Type="http://schemas.openxmlformats.org/officeDocument/2006/relationships/hyperlink" Target="https://www.cs.usfca.edu/~galles/visualization/ComparisonSort.html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&amp; Binary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27621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3085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78010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18079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Summer 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Pritam Khan Boni; </a:t>
                      </a:r>
                      <a:r>
                        <a:rPr lang="en-US" i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pritam.khan@aiub.edu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Algorithms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457200" indent="-457200">
              <a:buClrTx/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Searching</a:t>
            </a:r>
          </a:p>
          <a:p>
            <a:pPr marL="971550" lvl="1" indent="-514350" algn="l">
              <a:buFont typeface="Arial" pitchFamily="34" charset="0"/>
              <a:buChar char="•"/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Linear Search </a:t>
            </a:r>
          </a:p>
          <a:p>
            <a:pPr marL="971550" lvl="1" indent="-514350" algn="l">
              <a:buFont typeface="Arial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Binary Search</a:t>
            </a:r>
            <a:endParaRPr lang="en-US" sz="320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Searching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435897"/>
            <a:ext cx="774645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Search: </a:t>
            </a:r>
            <a:r>
              <a:rPr lang="en-US" dirty="0"/>
              <a:t>locate an item in a list of data/information.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Two approaches will be discussed…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Linear or Sequential Search: 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dirty="0"/>
              <a:t>Searches sequentially for an element.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dirty="0"/>
              <a:t>Starts from the first element.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Binary Search: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dirty="0"/>
              <a:t>Searches an element by dividing the sorted elements in a list into two sub-list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n-US" dirty="0"/>
              <a:t>Starts with the middle element.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61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Search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Algorithm and Simulation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5" y="2150889"/>
            <a:ext cx="76346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Array, #elements, item (to search)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the element at index = 0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element at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item. If its equal to item then return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status “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otherwise go to step 2.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index by 1. If index is less than #elements go to step 1 otherwise return -1 with status “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found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 algn="just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934607"/>
              </p:ext>
            </p:extLst>
          </p:nvPr>
        </p:nvGraphicFramePr>
        <p:xfrm>
          <a:off x="506021" y="5149670"/>
          <a:ext cx="583901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3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9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39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3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39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39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39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390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390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329411" y="4316373"/>
            <a:ext cx="932779" cy="914401"/>
            <a:chOff x="5943600" y="4240306"/>
            <a:chExt cx="914400" cy="914401"/>
          </a:xfrm>
        </p:grpSpPr>
        <p:sp>
          <p:nvSpPr>
            <p:cNvPr id="9" name="Down Arrow 8"/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43600" y="4240306"/>
              <a:ext cx="914400" cy="403411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index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920262" y="4316372"/>
            <a:ext cx="914400" cy="914401"/>
            <a:chOff x="5943600" y="4240306"/>
            <a:chExt cx="914400" cy="914401"/>
          </a:xfrm>
        </p:grpSpPr>
        <p:sp>
          <p:nvSpPr>
            <p:cNvPr id="12" name="Down Arrow 11"/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943600" y="4240306"/>
              <a:ext cx="914400" cy="403411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index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491085" y="4316372"/>
            <a:ext cx="914400" cy="942700"/>
            <a:chOff x="5943600" y="4133431"/>
            <a:chExt cx="914400" cy="942700"/>
          </a:xfrm>
        </p:grpSpPr>
        <p:sp>
          <p:nvSpPr>
            <p:cNvPr id="15" name="Down Arrow 14"/>
            <p:cNvSpPr/>
            <p:nvPr/>
          </p:nvSpPr>
          <p:spPr>
            <a:xfrm>
              <a:off x="6287177" y="4556178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943600" y="4133431"/>
              <a:ext cx="914400" cy="403411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index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097533" y="4316372"/>
            <a:ext cx="914400" cy="914401"/>
            <a:chOff x="5943600" y="4240306"/>
            <a:chExt cx="914400" cy="914401"/>
          </a:xfrm>
        </p:grpSpPr>
        <p:sp>
          <p:nvSpPr>
            <p:cNvPr id="18" name="Down Arrow 17"/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943600" y="4240306"/>
              <a:ext cx="914400" cy="403411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index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248427" y="4316372"/>
            <a:ext cx="914400" cy="914401"/>
            <a:chOff x="5943600" y="4240306"/>
            <a:chExt cx="914400" cy="914401"/>
          </a:xfrm>
        </p:grpSpPr>
        <p:sp>
          <p:nvSpPr>
            <p:cNvPr id="21" name="Down Arrow 20"/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943600" y="4240306"/>
              <a:ext cx="914400" cy="403411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index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656759" y="4316372"/>
            <a:ext cx="914400" cy="914401"/>
            <a:chOff x="5943600" y="4240306"/>
            <a:chExt cx="914400" cy="914401"/>
          </a:xfrm>
        </p:grpSpPr>
        <p:sp>
          <p:nvSpPr>
            <p:cNvPr id="24" name="Down Arrow 23"/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943600" y="4240306"/>
              <a:ext cx="914400" cy="403411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index</a:t>
              </a:r>
            </a:p>
          </p:txBody>
        </p:sp>
      </p:grpSp>
      <p:sp>
        <p:nvSpPr>
          <p:cNvPr id="26" name="Rectangle 25"/>
          <p:cNvSpPr/>
          <p:nvPr/>
        </p:nvSpPr>
        <p:spPr>
          <a:xfrm>
            <a:off x="6525813" y="4399401"/>
            <a:ext cx="1317812" cy="44823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25813" y="5539819"/>
            <a:ext cx="1317812" cy="44823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position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25813" y="4964746"/>
            <a:ext cx="1317812" cy="44823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found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9141" y="4399400"/>
            <a:ext cx="905435" cy="4482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44382" y="4964744"/>
            <a:ext cx="905435" cy="4482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44382" y="5539819"/>
            <a:ext cx="905435" cy="4482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44382" y="4964745"/>
            <a:ext cx="905435" cy="4482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44382" y="5539817"/>
            <a:ext cx="905435" cy="4482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778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8F7F7-A151-5732-66B5-160B2E27768D}"/>
              </a:ext>
            </a:extLst>
          </p:cNvPr>
          <p:cNvSpPr txBox="1">
            <a:spLocks/>
          </p:cNvSpPr>
          <p:nvPr/>
        </p:nvSpPr>
        <p:spPr>
          <a:xfrm>
            <a:off x="222049" y="660729"/>
            <a:ext cx="7808976" cy="664687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u="sng" dirty="0">
                <a:solidFill>
                  <a:schemeClr val="tx1"/>
                </a:solidFill>
              </a:rPr>
              <a:t>Linear Search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22A618-FE85-6B8C-CD0E-3FC48D06A04D}"/>
              </a:ext>
            </a:extLst>
          </p:cNvPr>
          <p:cNvSpPr txBox="1"/>
          <p:nvPr/>
        </p:nvSpPr>
        <p:spPr>
          <a:xfrm>
            <a:off x="925285" y="1568440"/>
            <a:ext cx="71845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 err="1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SearchItem</a:t>
            </a:r>
            <a:r>
              <a:rPr lang="en-GB" sz="2400" b="0" dirty="0">
                <a:effectLst/>
                <a:latin typeface="Consolas" panose="020B0609020204030204" pitchFamily="49" charset="0"/>
              </a:rPr>
              <a:t>(</a:t>
            </a:r>
            <a:r>
              <a:rPr lang="en-GB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GB" sz="2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GB" sz="2400" b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sz="2400" b="0" dirty="0"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GB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GB" sz="2400" b="0" dirty="0">
                <a:effectLst/>
                <a:latin typeface="Consolas" panose="020B0609020204030204" pitchFamily="49" charset="0"/>
              </a:rPr>
              <a:t> = </a:t>
            </a:r>
            <a:r>
              <a:rPr lang="en-GB" sz="24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2400" b="0" dirty="0">
                <a:effectLst/>
                <a:latin typeface="Consolas" panose="020B0609020204030204" pitchFamily="49" charset="0"/>
              </a:rPr>
              <a:t>; </a:t>
            </a:r>
            <a:r>
              <a:rPr lang="en-GB" sz="24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GB" sz="2400" b="0" dirty="0">
                <a:effectLst/>
                <a:latin typeface="Consolas" panose="020B0609020204030204" pitchFamily="49" charset="0"/>
              </a:rPr>
              <a:t> &lt; n; </a:t>
            </a:r>
            <a:r>
              <a:rPr lang="en-GB" sz="24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GB" sz="2400" b="0" dirty="0">
                <a:effectLst/>
                <a:latin typeface="Consolas" panose="020B0609020204030204" pitchFamily="49" charset="0"/>
              </a:rPr>
              <a:t>++) </a:t>
            </a:r>
          </a:p>
          <a:p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400" b="0" dirty="0"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effectLst/>
                <a:latin typeface="Consolas" panose="020B0609020204030204" pitchFamily="49" charset="0"/>
              </a:rPr>
              <a:t>(</a:t>
            </a:r>
            <a:r>
              <a:rPr lang="en-GB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GB" sz="2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GB" sz="2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2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effectLst/>
                <a:latin typeface="Consolas" panose="020B0609020204030204" pitchFamily="49" charset="0"/>
              </a:rPr>
              <a:t>==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GB" sz="2400" b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2400" b="0" dirty="0"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24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2400" b="0" dirty="0"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400" b="0" dirty="0"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GB" sz="24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GB" sz="2400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93232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F4091-2A85-7FDE-2423-49329BA9D66B}"/>
              </a:ext>
            </a:extLst>
          </p:cNvPr>
          <p:cNvSpPr txBox="1">
            <a:spLocks/>
          </p:cNvSpPr>
          <p:nvPr/>
        </p:nvSpPr>
        <p:spPr>
          <a:xfrm>
            <a:off x="222049" y="660729"/>
            <a:ext cx="7808976" cy="664687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u="sng" dirty="0">
                <a:solidFill>
                  <a:schemeClr val="tx1"/>
                </a:solidFill>
              </a:rPr>
              <a:t>Linear Search Complexity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94DFBE8-0B84-A749-C702-42DEDD1CA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621775"/>
              </p:ext>
            </p:extLst>
          </p:nvPr>
        </p:nvGraphicFramePr>
        <p:xfrm>
          <a:off x="903514" y="1411514"/>
          <a:ext cx="6096000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143">
                  <a:extLst>
                    <a:ext uri="{9D8B030D-6E8A-4147-A177-3AD203B41FA5}">
                      <a16:colId xmlns:a16="http://schemas.microsoft.com/office/drawing/2014/main" val="2241041552"/>
                    </a:ext>
                  </a:extLst>
                </a:gridCol>
                <a:gridCol w="2775857">
                  <a:extLst>
                    <a:ext uri="{9D8B030D-6E8A-4147-A177-3AD203B41FA5}">
                      <a16:colId xmlns:a16="http://schemas.microsoft.com/office/drawing/2014/main" val="31926079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Linear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185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for (int </a:t>
                      </a:r>
                      <a:r>
                        <a:rPr lang="en-GB" sz="2000" b="0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FF00FF"/>
                          </a:highlight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GB" sz="20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00FF"/>
                          </a:highlight>
                          <a:latin typeface="+mn-lt"/>
                          <a:ea typeface="+mn-ea"/>
                          <a:cs typeface="+mn-cs"/>
                        </a:rPr>
                        <a:t> = 0</a:t>
                      </a:r>
                      <a:r>
                        <a:rPr lang="en-GB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r>
                        <a:rPr lang="en-GB" sz="2000" b="0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00FFFF"/>
                          </a:highlight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GB" sz="20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00FFFF"/>
                          </a:highlight>
                          <a:latin typeface="+mn-lt"/>
                          <a:ea typeface="+mn-ea"/>
                          <a:cs typeface="+mn-cs"/>
                        </a:rPr>
                        <a:t> &lt; n</a:t>
                      </a:r>
                      <a:r>
                        <a:rPr lang="en-GB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r>
                        <a:rPr lang="en-GB" sz="2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GB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++) {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highlight>
                            <a:srgbClr val="00FFFF"/>
                          </a:highlight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19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    if (</a:t>
                      </a:r>
                      <a:r>
                        <a:rPr lang="en-GB" sz="2000" b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arr</a:t>
                      </a:r>
                      <a:r>
                        <a:rPr lang="en-GB" sz="20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GB" sz="2000" b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GB" sz="20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] == x)</a:t>
                      </a:r>
                    </a:p>
                    <a:p>
                      <a:r>
                        <a:rPr lang="en-GB" sz="20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    {</a:t>
                      </a:r>
                    </a:p>
                    <a:p>
                      <a:r>
                        <a:rPr lang="en-GB" sz="20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        return </a:t>
                      </a:r>
                      <a:r>
                        <a:rPr lang="en-GB" sz="2000" b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GB" sz="20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r>
                        <a:rPr lang="en-GB" sz="20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    }</a:t>
                      </a:r>
                    </a:p>
                    <a:p>
                      <a:r>
                        <a:rPr lang="en-US" sz="2000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highlight>
                            <a:srgbClr val="FFFF00"/>
                          </a:highlight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710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Extra</a:t>
                      </a:r>
                      <a:r>
                        <a:rPr lang="en-US" sz="2000" dirty="0">
                          <a:highlight>
                            <a:srgbClr val="FF00FF"/>
                          </a:highlight>
                        </a:rPr>
                        <a:t>: 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3306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DA8EE2B-D56E-F7E4-D9F1-3658D012F8A4}"/>
              </a:ext>
            </a:extLst>
          </p:cNvPr>
          <p:cNvSpPr txBox="1"/>
          <p:nvPr/>
        </p:nvSpPr>
        <p:spPr>
          <a:xfrm>
            <a:off x="783771" y="4630878"/>
            <a:ext cx="684711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So, T(n) = 	</a:t>
            </a:r>
            <a:r>
              <a:rPr lang="en-US" altLang="en-US" sz="2000" i="1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sym typeface="Symbol" panose="05050102010706020507" pitchFamily="18" charset="2"/>
              </a:rPr>
              <a:t>O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sym typeface="Symbol" panose="05050102010706020507" pitchFamily="18" charset="2"/>
              </a:rPr>
              <a:t>(1)        when n = 1, and</a:t>
            </a:r>
          </a:p>
          <a:p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sym typeface="Symbol" panose="05050102010706020507" pitchFamily="18" charset="2"/>
              </a:rPr>
              <a:t>             </a:t>
            </a:r>
            <a:r>
              <a:rPr lang="en-US" altLang="en-US" sz="200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Cambria" panose="02040503050406030204" pitchFamily="18" charset="0"/>
                <a:sym typeface="Symbol" panose="05050102010706020507" pitchFamily="18" charset="2"/>
              </a:rPr>
              <a:t>n*c1+ c2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sym typeface="Symbol" panose="05050102010706020507" pitchFamily="18" charset="2"/>
              </a:rPr>
              <a:t>    when n &gt; 1</a:t>
            </a:r>
          </a:p>
          <a:p>
            <a:endParaRPr lang="en-US" altLang="en-US" sz="2000" dirty="0">
              <a:solidFill>
                <a:srgbClr val="000000"/>
              </a:solidFill>
              <a:latin typeface="Consolas" panose="020B0609020204030204" pitchFamily="49" charset="0"/>
              <a:ea typeface="Cambria" panose="02040503050406030204" pitchFamily="18" charset="0"/>
              <a:sym typeface="Symbol" panose="05050102010706020507" pitchFamily="18" charset="2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sym typeface="Symbol" panose="05050102010706020507" pitchFamily="18" charset="2"/>
              </a:rPr>
              <a:t>skipping the unnecessary terms</a:t>
            </a:r>
            <a:endParaRPr lang="en-US" altLang="en-US" sz="2000" dirty="0">
              <a:solidFill>
                <a:srgbClr val="000000"/>
              </a:solidFill>
              <a:latin typeface="Consolas" panose="020B0609020204030204" pitchFamily="49" charset="0"/>
              <a:ea typeface="Cambria" panose="02040503050406030204" pitchFamily="18" charset="0"/>
              <a:sym typeface="Symbol" panose="05050102010706020507" pitchFamily="18" charset="2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sym typeface="Symbol" panose="05050102010706020507" pitchFamily="18" charset="2"/>
              </a:rPr>
              <a:t>T(n)= O(n)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6255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Pseudocode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5" y="2277498"/>
            <a:ext cx="7634642" cy="3730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Process: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 with </a:t>
            </a:r>
            <a:r>
              <a:rPr lang="en-US" sz="2000" b="1" i="1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f_index</a:t>
            </a:r>
            <a:r>
              <a:rPr lang="en-US" sz="2000" b="1" i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2000" b="1" i="1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l_index</a:t>
            </a:r>
            <a:r>
              <a:rPr lang="en-US" sz="2000" b="1" i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size-1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value of </a:t>
            </a:r>
            <a:r>
              <a:rPr lang="en-US" sz="2000" b="1" i="1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m_index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will be </a:t>
            </a:r>
            <a:r>
              <a:rPr lang="en-US" sz="2000" b="1" i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b="1" i="1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f_index+l_index</a:t>
            </a:r>
            <a:r>
              <a:rPr lang="en-US" sz="2000" b="1" i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)/2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Compare the value of </a:t>
            </a:r>
            <a:r>
              <a:rPr lang="en-US" sz="2000" b="1" i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item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with </a:t>
            </a:r>
            <a:r>
              <a:rPr lang="en-US" sz="2000" b="1" i="1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US" sz="2000" b="1" i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2000" b="1" i="1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m_index</a:t>
            </a:r>
            <a:r>
              <a:rPr lang="en-US" sz="2000" b="1" i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Font typeface="+mj-lt"/>
              <a:buAutoNum type="alphaLcParenBoth"/>
            </a:pP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item &lt; </a:t>
            </a:r>
            <a:r>
              <a:rPr lang="en-U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m_index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], </a:t>
            </a:r>
            <a:r>
              <a:rPr lang="en-US" sz="2000" b="1" i="1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l_index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will be </a:t>
            </a:r>
            <a:r>
              <a:rPr lang="en-US" sz="2000" b="1" i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m_index-1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Font typeface="+mj-lt"/>
              <a:buAutoNum type="alphaLcParenBoth"/>
            </a:pP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Else if item &gt; </a:t>
            </a:r>
            <a:r>
              <a:rPr lang="en-U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m_index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], </a:t>
            </a:r>
            <a:r>
              <a:rPr lang="en-US" sz="2000" b="1" i="1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f_index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will be </a:t>
            </a:r>
            <a:r>
              <a:rPr lang="en-US" sz="2000" b="1" i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m_index+1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Font typeface="+mj-lt"/>
              <a:buAutoNum type="alphaLcParenBoth"/>
            </a:pP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Else, </a:t>
            </a:r>
            <a:r>
              <a:rPr lang="en-US" sz="2000" b="1" i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position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will be </a:t>
            </a:r>
            <a:r>
              <a:rPr lang="en-US" sz="2000" b="1" i="1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m_index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Exit.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Repeat (2), (3) till </a:t>
            </a:r>
            <a:r>
              <a:rPr lang="en-US" sz="2000" b="1" i="1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f_index</a:t>
            </a:r>
            <a:r>
              <a:rPr lang="en-US" sz="2000" b="1" i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&lt;= </a:t>
            </a:r>
            <a:r>
              <a:rPr lang="en-US" sz="2000" b="1" i="1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l_index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434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F10C6-2EB1-E7AF-8AB2-ABCBEFAB5F0F}"/>
              </a:ext>
            </a:extLst>
          </p:cNvPr>
          <p:cNvSpPr txBox="1"/>
          <p:nvPr/>
        </p:nvSpPr>
        <p:spPr>
          <a:xfrm>
            <a:off x="421341" y="1651297"/>
            <a:ext cx="786453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m_index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position=-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f_index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,l_index=size-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;;</a:t>
            </a:r>
          </a:p>
          <a:p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f_index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l_index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m_index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f_index+l_index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/)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(item&lt;</a:t>
            </a:r>
            <a:r>
              <a:rPr lang="en-US" sz="20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m_index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]){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l_index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=m_index-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(item&gt;</a:t>
            </a:r>
            <a:r>
              <a:rPr lang="en-US" sz="20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m_index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]){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f_index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=m_index+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position=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m_index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just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B882D88-8414-5B67-69F9-6C1A41462D48}"/>
              </a:ext>
            </a:extLst>
          </p:cNvPr>
          <p:cNvSpPr txBox="1">
            <a:spLocks/>
          </p:cNvSpPr>
          <p:nvPr/>
        </p:nvSpPr>
        <p:spPr>
          <a:xfrm>
            <a:off x="421341" y="449005"/>
            <a:ext cx="7808976" cy="1088136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Binary Search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D33B9C-68B3-F499-5F23-E63003D2C384}"/>
              </a:ext>
            </a:extLst>
          </p:cNvPr>
          <p:cNvSpPr txBox="1">
            <a:spLocks/>
          </p:cNvSpPr>
          <p:nvPr/>
        </p:nvSpPr>
        <p:spPr>
          <a:xfrm>
            <a:off x="222049" y="660729"/>
            <a:ext cx="7808976" cy="664687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u="sng" dirty="0">
                <a:solidFill>
                  <a:schemeClr val="tx1"/>
                </a:solidFill>
              </a:rPr>
              <a:t>Binary Search Algorithm</a:t>
            </a:r>
          </a:p>
        </p:txBody>
      </p:sp>
    </p:spTree>
    <p:extLst>
      <p:ext uri="{BB962C8B-B14F-4D97-AF65-F5344CB8AC3E}">
        <p14:creationId xmlns:p14="http://schemas.microsoft.com/office/powerpoint/2010/main" val="3956587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Simulation</a:t>
            </a:r>
            <a:endParaRPr lang="x-none" dirty="0"/>
          </a:p>
        </p:txBody>
      </p:sp>
      <p:sp>
        <p:nvSpPr>
          <p:cNvPr id="7" name="Rectangle 6"/>
          <p:cNvSpPr/>
          <p:nvPr/>
        </p:nvSpPr>
        <p:spPr>
          <a:xfrm>
            <a:off x="4437672" y="3752025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968024" y="3752025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6028728" y="3752025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68224" y="3752025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98576" y="3752025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8928" y="3752025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7822" y="3752025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98176" y="3752025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98376" y="3752025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9280" y="3752025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99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121480" y="2968304"/>
            <a:ext cx="980044" cy="780017"/>
            <a:chOff x="5420754" y="4472223"/>
            <a:chExt cx="1960092" cy="682484"/>
          </a:xfrm>
        </p:grpSpPr>
        <p:sp>
          <p:nvSpPr>
            <p:cNvPr id="18" name="Down Arrow 17"/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420754" y="4472223"/>
              <a:ext cx="1960092" cy="26253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first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980094" y="2492048"/>
            <a:ext cx="890949" cy="1259977"/>
            <a:chOff x="5509850" y="4472223"/>
            <a:chExt cx="1781902" cy="682484"/>
          </a:xfrm>
        </p:grpSpPr>
        <p:sp>
          <p:nvSpPr>
            <p:cNvPr id="21" name="Down Arrow 20"/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509850" y="4472223"/>
              <a:ext cx="1781902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last</a:t>
              </a:r>
            </a:p>
          </p:txBody>
        </p:sp>
      </p:grpSp>
      <p:sp>
        <p:nvSpPr>
          <p:cNvPr id="23" name="Rectangle 22"/>
          <p:cNvSpPr/>
          <p:nvPr/>
        </p:nvSpPr>
        <p:spPr>
          <a:xfrm>
            <a:off x="3364247" y="4197179"/>
            <a:ext cx="528885" cy="25099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17145" y="4197179"/>
            <a:ext cx="528885" cy="25099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2251" y="4197959"/>
            <a:ext cx="528885" cy="25099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07223" y="4197957"/>
            <a:ext cx="528885" cy="25099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71381" y="4195607"/>
            <a:ext cx="528885" cy="25099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07424" y="4197959"/>
            <a:ext cx="528885" cy="25099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41405" y="4195606"/>
            <a:ext cx="528885" cy="25099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9544" y="4197959"/>
            <a:ext cx="528885" cy="25099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18911" y="4197179"/>
            <a:ext cx="528885" cy="25099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60679" y="4194825"/>
            <a:ext cx="528885" cy="25099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082" y="4126084"/>
            <a:ext cx="1136073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middle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082" y="3381874"/>
            <a:ext cx="1136073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first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081" y="3756752"/>
            <a:ext cx="1136073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last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78155" y="4126084"/>
            <a:ext cx="581891" cy="369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78154" y="3381691"/>
            <a:ext cx="581891" cy="369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78154" y="3756752"/>
            <a:ext cx="581891" cy="369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79815" y="4122823"/>
            <a:ext cx="581891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79815" y="3382159"/>
            <a:ext cx="581891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79815" y="3757063"/>
            <a:ext cx="581891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79815" y="4122823"/>
            <a:ext cx="581891" cy="369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79815" y="3382159"/>
            <a:ext cx="581891" cy="369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79815" y="3757063"/>
            <a:ext cx="581891" cy="369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79815" y="4122823"/>
            <a:ext cx="581891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79815" y="3382159"/>
            <a:ext cx="581891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79815" y="3757063"/>
            <a:ext cx="581891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6297671" y="2488344"/>
            <a:ext cx="890949" cy="1259977"/>
            <a:chOff x="5509850" y="4472223"/>
            <a:chExt cx="1781902" cy="682484"/>
          </a:xfrm>
        </p:grpSpPr>
        <p:sp>
          <p:nvSpPr>
            <p:cNvPr id="49" name="Down Arrow 48"/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509850" y="4472223"/>
              <a:ext cx="1781902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last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6383859" y="2968304"/>
            <a:ext cx="980044" cy="780017"/>
            <a:chOff x="5420754" y="4472223"/>
            <a:chExt cx="1960092" cy="422507"/>
          </a:xfrm>
        </p:grpSpPr>
        <p:sp>
          <p:nvSpPr>
            <p:cNvPr id="52" name="Down Arrow 51"/>
            <p:cNvSpPr/>
            <p:nvPr/>
          </p:nvSpPr>
          <p:spPr>
            <a:xfrm>
              <a:off x="6353908" y="4634754"/>
              <a:ext cx="222880" cy="259976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5420754" y="4472223"/>
              <a:ext cx="1960092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first</a:t>
              </a:r>
            </a:p>
          </p:txBody>
        </p:sp>
      </p:grpSp>
      <p:sp>
        <p:nvSpPr>
          <p:cNvPr id="54" name="Rectangle 53"/>
          <p:cNvSpPr/>
          <p:nvPr/>
        </p:nvSpPr>
        <p:spPr>
          <a:xfrm>
            <a:off x="442082" y="2737859"/>
            <a:ext cx="1136073" cy="365760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78155" y="2735562"/>
            <a:ext cx="581891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5816393" y="2968304"/>
            <a:ext cx="980044" cy="780017"/>
            <a:chOff x="5420754" y="4472223"/>
            <a:chExt cx="1960092" cy="682484"/>
          </a:xfrm>
        </p:grpSpPr>
        <p:sp>
          <p:nvSpPr>
            <p:cNvPr id="57" name="Down Arrow 56"/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420754" y="4472223"/>
              <a:ext cx="1960092" cy="277021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first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 rot="10800000">
            <a:off x="5235823" y="4409119"/>
            <a:ext cx="1078048" cy="766403"/>
            <a:chOff x="5322750" y="4472223"/>
            <a:chExt cx="2156100" cy="415133"/>
          </a:xfrm>
        </p:grpSpPr>
        <p:sp>
          <p:nvSpPr>
            <p:cNvPr id="60" name="Down Arrow 59"/>
            <p:cNvSpPr/>
            <p:nvPr/>
          </p:nvSpPr>
          <p:spPr>
            <a:xfrm>
              <a:off x="6302190" y="4634754"/>
              <a:ext cx="206188" cy="252602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rot="10800000">
              <a:off x="5322750" y="4472223"/>
              <a:ext cx="21561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middle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 rot="10800000">
            <a:off x="6834505" y="4395503"/>
            <a:ext cx="1078048" cy="761581"/>
            <a:chOff x="5322750" y="4472223"/>
            <a:chExt cx="2156100" cy="412521"/>
          </a:xfrm>
        </p:grpSpPr>
        <p:sp>
          <p:nvSpPr>
            <p:cNvPr id="63" name="Down Arrow 62"/>
            <p:cNvSpPr/>
            <p:nvPr/>
          </p:nvSpPr>
          <p:spPr>
            <a:xfrm>
              <a:off x="6302190" y="4634754"/>
              <a:ext cx="206190" cy="24999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 rot="10800000">
              <a:off x="5322750" y="4472223"/>
              <a:ext cx="21561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middle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 rot="10800000">
            <a:off x="6286809" y="4409120"/>
            <a:ext cx="1078048" cy="766403"/>
            <a:chOff x="5322750" y="4472223"/>
            <a:chExt cx="2156100" cy="415133"/>
          </a:xfrm>
        </p:grpSpPr>
        <p:sp>
          <p:nvSpPr>
            <p:cNvPr id="66" name="Down Arrow 65"/>
            <p:cNvSpPr/>
            <p:nvPr/>
          </p:nvSpPr>
          <p:spPr>
            <a:xfrm>
              <a:off x="6302190" y="4634754"/>
              <a:ext cx="206188" cy="252602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 rot="10800000">
              <a:off x="5322750" y="4472223"/>
              <a:ext cx="21561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middle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 rot="10800000">
            <a:off x="5755985" y="4405985"/>
            <a:ext cx="1078048" cy="766403"/>
            <a:chOff x="5322752" y="4472223"/>
            <a:chExt cx="2156100" cy="415133"/>
          </a:xfrm>
        </p:grpSpPr>
        <p:sp>
          <p:nvSpPr>
            <p:cNvPr id="69" name="Down Arrow 68"/>
            <p:cNvSpPr/>
            <p:nvPr/>
          </p:nvSpPr>
          <p:spPr>
            <a:xfrm>
              <a:off x="6302190" y="4634754"/>
              <a:ext cx="206188" cy="252602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 rot="10800000">
              <a:off x="5322752" y="4472223"/>
              <a:ext cx="21561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middle</a:t>
              </a:r>
            </a:p>
          </p:txBody>
        </p:sp>
      </p:grpSp>
      <p:sp>
        <p:nvSpPr>
          <p:cNvPr id="71" name="Rectangle 70"/>
          <p:cNvSpPr/>
          <p:nvPr/>
        </p:nvSpPr>
        <p:spPr>
          <a:xfrm>
            <a:off x="487424" y="4806628"/>
            <a:ext cx="1620348" cy="365760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found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87424" y="4808623"/>
            <a:ext cx="1620348" cy="365760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not found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78150" y="2735557"/>
            <a:ext cx="581891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579815" y="3382159"/>
            <a:ext cx="581891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79815" y="3757063"/>
            <a:ext cx="581891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grpSp>
        <p:nvGrpSpPr>
          <p:cNvPr id="76" name="Group 75"/>
          <p:cNvGrpSpPr/>
          <p:nvPr/>
        </p:nvGrpSpPr>
        <p:grpSpPr>
          <a:xfrm>
            <a:off x="5327129" y="2488344"/>
            <a:ext cx="890949" cy="1259977"/>
            <a:chOff x="5509850" y="4472223"/>
            <a:chExt cx="1781902" cy="682484"/>
          </a:xfrm>
        </p:grpSpPr>
        <p:sp>
          <p:nvSpPr>
            <p:cNvPr id="77" name="Down Arrow 76"/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5509850" y="4472223"/>
              <a:ext cx="1781902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last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0418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6" grpId="1" animBg="1"/>
      <p:bldP spid="36" grpId="2" animBg="1"/>
      <p:bldP spid="36" grpId="3" animBg="1"/>
      <p:bldP spid="37" grpId="0" animBg="1"/>
      <p:bldP spid="37" grpId="1" animBg="1"/>
      <p:bldP spid="37" grpId="2" animBg="1"/>
      <p:bldP spid="37" grpId="3" animBg="1"/>
      <p:bldP spid="38" grpId="0" animBg="1"/>
      <p:bldP spid="38" grpId="1" animBg="1"/>
      <p:bldP spid="38" grpId="2" animBg="1"/>
      <p:bldP spid="38" grpId="3" animBg="1"/>
      <p:bldP spid="39" grpId="0" animBg="1"/>
      <p:bldP spid="39" grpId="1" animBg="1"/>
      <p:bldP spid="39" grpId="2" animBg="1"/>
      <p:bldP spid="39" grpId="3" animBg="1"/>
      <p:bldP spid="40" grpId="0" animBg="1"/>
      <p:bldP spid="40" grpId="1" animBg="1"/>
      <p:bldP spid="40" grpId="2" animBg="1"/>
      <p:bldP spid="40" grpId="3" animBg="1"/>
      <p:bldP spid="41" grpId="0" animBg="1"/>
      <p:bldP spid="41" grpId="1" animBg="1"/>
      <p:bldP spid="41" grpId="2" animBg="1"/>
      <p:bldP spid="41" grpId="3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3" grpId="3" animBg="1"/>
      <p:bldP spid="44" grpId="0" animBg="1"/>
      <p:bldP spid="44" grpId="1" animBg="1"/>
      <p:bldP spid="44" grpId="2" animBg="1"/>
      <p:bldP spid="44" grpId="3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55" grpId="0" animBg="1"/>
      <p:bldP spid="55" grpId="1" animBg="1"/>
      <p:bldP spid="71" grpId="0" animBg="1"/>
      <p:bldP spid="71" grpId="1" animBg="1"/>
      <p:bldP spid="72" grpId="0" animBg="1"/>
      <p:bldP spid="73" grpId="0" animBg="1"/>
      <p:bldP spid="74" grpId="0" animBg="1"/>
      <p:bldP spid="7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B940C9-0F46-9278-5AE0-BA5040E436EF}"/>
              </a:ext>
            </a:extLst>
          </p:cNvPr>
          <p:cNvSpPr txBox="1"/>
          <p:nvPr/>
        </p:nvSpPr>
        <p:spPr>
          <a:xfrm>
            <a:off x="9361716" y="2272329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GB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   </a:t>
            </a:r>
          </a:p>
          <a:p>
            <a:r>
              <a:rPr lang="en-GB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   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3B01C4-713D-657E-F290-39E5D2920471}"/>
              </a:ext>
            </a:extLst>
          </p:cNvPr>
          <p:cNvSpPr txBox="1">
            <a:spLocks/>
          </p:cNvSpPr>
          <p:nvPr/>
        </p:nvSpPr>
        <p:spPr>
          <a:xfrm>
            <a:off x="222049" y="660729"/>
            <a:ext cx="7808976" cy="664687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u="sng" dirty="0">
                <a:solidFill>
                  <a:schemeClr val="tx1"/>
                </a:solidFill>
              </a:rPr>
              <a:t>Binary Search Complexity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229EA7E-F0C7-EC71-F7AC-F2DEB633A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565440"/>
              </p:ext>
            </p:extLst>
          </p:nvPr>
        </p:nvGraphicFramePr>
        <p:xfrm>
          <a:off x="354637" y="1397000"/>
          <a:ext cx="8136220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6306">
                  <a:extLst>
                    <a:ext uri="{9D8B030D-6E8A-4147-A177-3AD203B41FA5}">
                      <a16:colId xmlns:a16="http://schemas.microsoft.com/office/drawing/2014/main" val="3948981150"/>
                    </a:ext>
                  </a:extLst>
                </a:gridCol>
                <a:gridCol w="2579914">
                  <a:extLst>
                    <a:ext uri="{9D8B030D-6E8A-4147-A177-3AD203B41FA5}">
                      <a16:colId xmlns:a16="http://schemas.microsoft.com/office/drawing/2014/main" val="2025335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Binary Search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555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dirty="0" err="1">
                          <a:solidFill>
                            <a:srgbClr val="00B0F0"/>
                          </a:solidFill>
                          <a:effectLst/>
                          <a:latin typeface="Consolas" panose="020B0609020204030204" pitchFamily="49" charset="0"/>
                        </a:rPr>
                        <a:t>bSearch</a:t>
                      </a:r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GB" sz="18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x, low, high)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T(n), </a:t>
                      </a:r>
                      <a:r>
                        <a:rPr kumimoji="0" lang="en-US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Arial" panose="020B0604020202020204" pitchFamily="34" charset="0"/>
                        </a:rPr>
                        <a:t>to sort n elements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283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if low &gt; high</a:t>
                      </a:r>
                    </a:p>
                    <a:p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en-GB" sz="1800" b="0" dirty="0">
                          <a:solidFill>
                            <a:srgbClr val="7030A0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False </a:t>
                      </a:r>
                    </a:p>
                    <a:p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else</a:t>
                      </a:r>
                    </a:p>
                    <a:p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 mid = (low + high) / 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325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if x == </a:t>
                      </a:r>
                      <a:r>
                        <a:rPr lang="en-GB" sz="18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[mid]</a:t>
                      </a:r>
                    </a:p>
                    <a:p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en-GB" sz="1800" b="0" dirty="0">
                          <a:solidFill>
                            <a:srgbClr val="7030A0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081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else if x &gt; </a:t>
                      </a:r>
                      <a:r>
                        <a:rPr lang="en-GB" sz="18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[mid]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en-GB" sz="1800" b="0" dirty="0">
                          <a:solidFill>
                            <a:srgbClr val="7030A0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GB" sz="1800" b="0" dirty="0" err="1">
                          <a:solidFill>
                            <a:srgbClr val="00B0F0"/>
                          </a:solidFill>
                          <a:effectLst/>
                          <a:latin typeface="Consolas" panose="020B0609020204030204" pitchFamily="49" charset="0"/>
                        </a:rPr>
                        <a:t>bSearch</a:t>
                      </a:r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GB" sz="18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x, mid + 1, high)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T(n/2)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10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else</a:t>
                      </a:r>
                    </a:p>
                    <a:p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en-GB" sz="1800" b="0" dirty="0">
                          <a:solidFill>
                            <a:srgbClr val="7030A0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GB" sz="1800" b="0" dirty="0" err="1">
                          <a:solidFill>
                            <a:srgbClr val="00B0F0"/>
                          </a:solidFill>
                          <a:effectLst/>
                          <a:latin typeface="Consolas" panose="020B0609020204030204" pitchFamily="49" charset="0"/>
                        </a:rPr>
                        <a:t>bSearch</a:t>
                      </a:r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GB" sz="18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GB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x, low, mid - 1) </a:t>
                      </a:r>
                      <a:endParaRPr lang="en-US" sz="18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US" dirty="0"/>
                        <a:t>T(n/2)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93858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222E0CC-CE13-C533-3A5C-84E70BBCB346}"/>
              </a:ext>
            </a:extLst>
          </p:cNvPr>
          <p:cNvSpPr txBox="1"/>
          <p:nvPr/>
        </p:nvSpPr>
        <p:spPr>
          <a:xfrm>
            <a:off x="805543" y="5782706"/>
            <a:ext cx="7421521" cy="733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754166">
              <a:lnSpc>
                <a:spcPct val="120000"/>
              </a:lnSpc>
              <a:tabLst>
                <a:tab pos="1585913" algn="l"/>
                <a:tab pos="3082529" algn="l"/>
              </a:tabLst>
              <a:defRPr/>
            </a:pP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So, T(n) = 	</a:t>
            </a:r>
            <a:r>
              <a:rPr lang="en-US" altLang="en-US" i="1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sym typeface="Symbol" panose="05050102010706020507" pitchFamily="18" charset="2"/>
              </a:rPr>
              <a:t>O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sym typeface="Symbol" panose="05050102010706020507" pitchFamily="18" charset="2"/>
              </a:rPr>
              <a:t>(1) when n = 1, and 	             	</a:t>
            </a: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mbria" panose="02040503050406030204" pitchFamily="18" charset="0"/>
              </a:rPr>
              <a:t>T(n/2) + T(1) + c1</a:t>
            </a: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mbria" panose="020405030504060302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sym typeface="Symbol" panose="05050102010706020507" pitchFamily="18" charset="2"/>
              </a:rPr>
              <a:t>when n &gt; 1</a:t>
            </a:r>
          </a:p>
        </p:txBody>
      </p:sp>
    </p:spTree>
    <p:extLst>
      <p:ext uri="{BB962C8B-B14F-4D97-AF65-F5344CB8AC3E}">
        <p14:creationId xmlns:p14="http://schemas.microsoft.com/office/powerpoint/2010/main" val="2383958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22A9A-E5EA-301B-5607-0C69C663A42F}"/>
              </a:ext>
            </a:extLst>
          </p:cNvPr>
          <p:cNvSpPr txBox="1">
            <a:spLocks/>
          </p:cNvSpPr>
          <p:nvPr/>
        </p:nvSpPr>
        <p:spPr>
          <a:xfrm>
            <a:off x="222049" y="660729"/>
            <a:ext cx="8519180" cy="4150757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u="sng" dirty="0">
                <a:solidFill>
                  <a:schemeClr val="tx1"/>
                </a:solidFill>
              </a:rPr>
              <a:t>Class work</a:t>
            </a:r>
          </a:p>
          <a:p>
            <a:pPr algn="l"/>
            <a:endParaRPr lang="en-US" sz="3200" dirty="0">
              <a:solidFill>
                <a:schemeClr val="tx1"/>
              </a:solidFill>
            </a:endParaRPr>
          </a:p>
          <a:p>
            <a:pPr algn="l"/>
            <a:endParaRPr lang="en-US" sz="32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out the complexity using the following methods</a:t>
            </a:r>
          </a:p>
          <a:p>
            <a:pPr marL="971550" lvl="1" indent="-51435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substitution method</a:t>
            </a:r>
          </a:p>
          <a:p>
            <a:pPr marL="971550" lvl="1" indent="-51435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Tree method</a:t>
            </a:r>
          </a:p>
        </p:txBody>
      </p:sp>
    </p:spTree>
    <p:extLst>
      <p:ext uri="{BB962C8B-B14F-4D97-AF65-F5344CB8AC3E}">
        <p14:creationId xmlns:p14="http://schemas.microsoft.com/office/powerpoint/2010/main" val="1830886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ime Complexity of binary search using Recursion Tree - Tutorial">
            <a:extLst>
              <a:ext uri="{FF2B5EF4-FFF2-40B4-BE49-F238E27FC236}">
                <a16:creationId xmlns:a16="http://schemas.microsoft.com/office/drawing/2014/main" id="{F8317978-0FFE-56DB-4709-62FE06BFD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1300163"/>
            <a:ext cx="7800975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8341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rune-and-Search Method - ppt download">
            <a:extLst>
              <a:ext uri="{FF2B5EF4-FFF2-40B4-BE49-F238E27FC236}">
                <a16:creationId xmlns:a16="http://schemas.microsoft.com/office/drawing/2014/main" id="{958FF5F5-6493-742E-BDFE-CCA3EF3B9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8394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inary Search in C">
            <a:extLst>
              <a:ext uri="{FF2B5EF4-FFF2-40B4-BE49-F238E27FC236}">
                <a16:creationId xmlns:a16="http://schemas.microsoft.com/office/drawing/2014/main" id="{0A1B2710-F226-83B2-0F66-783C96C18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080" y="1418686"/>
            <a:ext cx="4367719" cy="3882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893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Search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Analysis</a:t>
            </a:r>
            <a:endParaRPr lang="x-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C26D19-85DA-834B-9600-C9820C508897}"/>
                  </a:ext>
                </a:extLst>
              </p:cNvPr>
              <p:cNvSpPr txBox="1"/>
              <p:nvPr/>
            </p:nvSpPr>
            <p:spPr>
              <a:xfrm>
                <a:off x="535940" y="2361817"/>
                <a:ext cx="763464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is more efficient than linear search.</a:t>
                </a:r>
              </a:p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array of N elements, performs at most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cs typeface="Times New Roman" panose="02020603050405020304" pitchFamily="18" charset="0"/>
                      </a:rPr>
                      <m:t>1+</m:t>
                    </m:r>
                    <m:d>
                      <m:dPr>
                        <m:begChr m:val="⌊"/>
                        <m:endChr m:val="⌋"/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dirty="0" smtClean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</m:func>
                      </m:e>
                    </m:d>
                    <m:r>
                      <a:rPr lang="en-US" sz="2400" i="1" dirty="0" smtClean="0"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comparisons.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Disadvantages: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Requires that array elements to be sorted.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C26D19-85DA-834B-9600-C9820C508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40" y="2361817"/>
                <a:ext cx="7634642" cy="2308324"/>
              </a:xfrm>
              <a:prstGeom prst="rect">
                <a:avLst/>
              </a:prstGeom>
              <a:blipFill>
                <a:blip r:embed="rId2"/>
                <a:stretch>
                  <a:fillRect l="-1118" t="-2111" r="-1198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6297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35494" y="1485871"/>
            <a:ext cx="811084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2"/>
              </a:rPr>
              <a:t>https://en.wikipedia.org/wiki/Insertion_sort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3"/>
              </a:rPr>
              <a:t>https://en.wikipedia.org/wiki/Sorting_algorithm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Nice animations are available here </a:t>
            </a:r>
            <a:r>
              <a:rPr lang="en-US" dirty="0">
                <a:hlinkClick r:id="rId4"/>
              </a:rPr>
              <a:t>https://www.cs.usfca.edu/~galles/visualization/ComparisonSort.html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5"/>
              </a:rPr>
              <a:t>https://en.wikipedia.org/wiki/Linear_search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6"/>
              </a:rPr>
              <a:t>https://en.wikipedia.org/wiki/Binary_search_algorithm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099"/>
            <a:ext cx="3232896" cy="829939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2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335496" y="1594093"/>
            <a:ext cx="836903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</a:t>
            </a:r>
            <a:r>
              <a:rPr lang="en-US" b="1" dirty="0" err="1"/>
              <a:t>Schaum's</a:t>
            </a:r>
            <a:r>
              <a:rPr lang="en-US" b="1" dirty="0"/>
              <a:t> Outline of Data Structures with C++”</a:t>
            </a:r>
            <a:r>
              <a:rPr lang="en-US" dirty="0"/>
              <a:t>. By John R. Hubbard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“Data Structures and Program Design”, </a:t>
            </a:r>
            <a:r>
              <a:rPr lang="en-US" dirty="0"/>
              <a:t>Robert L. Kruse, 3</a:t>
            </a:r>
            <a:r>
              <a:rPr lang="en-US" baseline="30000" dirty="0"/>
              <a:t>rd</a:t>
            </a:r>
            <a:r>
              <a:rPr lang="en-US" dirty="0"/>
              <a:t> Edition, 1996.</a:t>
            </a:r>
            <a:r>
              <a:rPr lang="en-US" b="1" dirty="0"/>
              <a:t> </a:t>
            </a:r>
            <a:endParaRPr lang="en-US" dirty="0"/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“Data structures, algorithms and performance”, </a:t>
            </a:r>
            <a:r>
              <a:rPr lang="en-US" dirty="0"/>
              <a:t>D. Wood, Addison-Wesley, 1993</a:t>
            </a:r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“Advanced Data Structures”, </a:t>
            </a:r>
            <a:r>
              <a:rPr lang="en-US" dirty="0"/>
              <a:t>Peter Brass, Cambridge University Press, 2008</a:t>
            </a:r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“Data Structures and Algorithm Analysis”, </a:t>
            </a:r>
            <a:r>
              <a:rPr lang="en-US" dirty="0"/>
              <a:t>Edition 3.2 (C++ Version), Clifford A. Shaffer, Virginia Tech, Blacksburg, VA 24061 January 2, 2012</a:t>
            </a:r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“C++  Data Structures”, </a:t>
            </a:r>
            <a:r>
              <a:rPr lang="en-US" dirty="0"/>
              <a:t>Nell Dale and David Teague, Jones and Bartlett Publishers, 2001.</a:t>
            </a:r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“Data Structures and Algorithms with Object-Oriented Design Patterns in C++”, </a:t>
            </a:r>
            <a:r>
              <a:rPr lang="en-US" dirty="0"/>
              <a:t>Bruno R. </a:t>
            </a:r>
            <a:r>
              <a:rPr lang="en-US" dirty="0" err="1"/>
              <a:t>Preiss</a:t>
            </a:r>
            <a:r>
              <a:rPr lang="en-US" dirty="0"/>
              <a:t>,</a:t>
            </a:r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92496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A3EB3CD0360E4AA15AF2CB7AD03910" ma:contentTypeVersion="0" ma:contentTypeDescription="Create a new document." ma:contentTypeScope="" ma:versionID="65ebd38e905e1abe0788a6888a8ad06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557CE1D-C62A-4DF3-8BCA-73E7E3C7430A}"/>
</file>

<file path=customXml/itemProps2.xml><?xml version="1.0" encoding="utf-8"?>
<ds:datastoreItem xmlns:ds="http://schemas.openxmlformats.org/officeDocument/2006/customXml" ds:itemID="{4A91D40B-100E-4A7E-B927-D5C3D97A7E31}"/>
</file>

<file path=customXml/itemProps3.xml><?xml version="1.0" encoding="utf-8"?>
<ds:datastoreItem xmlns:ds="http://schemas.openxmlformats.org/officeDocument/2006/customXml" ds:itemID="{355B39B1-7A7F-493D-9FCE-28D3B0755E6B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656</TotalTime>
  <Words>1062</Words>
  <Application>Microsoft Office PowerPoint</Application>
  <PresentationFormat>On-screen Show (4:3)</PresentationFormat>
  <Paragraphs>235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Calibri</vt:lpstr>
      <vt:lpstr>Cambria</vt:lpstr>
      <vt:lpstr>Cambria Math</vt:lpstr>
      <vt:lpstr>Consolas</vt:lpstr>
      <vt:lpstr>Corbel</vt:lpstr>
      <vt:lpstr>Courier New</vt:lpstr>
      <vt:lpstr>Times New Roman</vt:lpstr>
      <vt:lpstr>Wingdings</vt:lpstr>
      <vt:lpstr>Spectrum</vt:lpstr>
      <vt:lpstr>Linear &amp; Binary Search</vt:lpstr>
      <vt:lpstr>Lecture Outline</vt:lpstr>
      <vt:lpstr>Searching</vt:lpstr>
      <vt:lpstr>Linear Search</vt:lpstr>
      <vt:lpstr>PowerPoint Presentation</vt:lpstr>
      <vt:lpstr>PowerPoint Presentation</vt:lpstr>
      <vt:lpstr>Binary Search</vt:lpstr>
      <vt:lpstr>PowerPoint Presentation</vt:lpstr>
      <vt:lpstr>Binary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Search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Moushumi Zaman Bonny</cp:lastModifiedBy>
  <cp:revision>65</cp:revision>
  <dcterms:created xsi:type="dcterms:W3CDTF">2018-12-10T17:20:29Z</dcterms:created>
  <dcterms:modified xsi:type="dcterms:W3CDTF">2024-11-21T06:22:47Z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0x0101007FA3EB3CD0360E4AA15AF2CB7AD03910</vt:lpwstr>
  </property>
</Properties>
</file>